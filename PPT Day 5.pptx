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372AF4-DBEA-41D0-9566-FBE6A08E4BDD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605C8A-E5C1-465C-8F3A-E5FD14DADF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4983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605C8A-E5C1-465C-8F3A-E5FD14DADF3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78229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605C8A-E5C1-465C-8F3A-E5FD14DADF3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1762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975D2-DF7D-9F27-582F-B4D3B52EF3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230CF4-45C5-CE1C-D562-06629602FE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BC0F2F-50F5-3E0D-F4AA-8D06BD750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64167-877F-4F9A-8A50-B2571DDE6EC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F9296-A0E5-7E8F-7D89-BBEF0D310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97DA9-DCBD-70A7-C39A-74F6607C0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627B1-F64E-4000-9879-67CBFB9913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2924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A169E-DAB3-7717-B5AB-AEC1DA384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C9723-AD94-36B7-5F97-2CE3C7D34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23A97-2DBB-2936-58BB-83CC057CE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64167-877F-4F9A-8A50-B2571DDE6EC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C58F5-DA91-BD17-732D-9AC1E7794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CAC6C-F0B2-212A-013F-7A01DD987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627B1-F64E-4000-9879-67CBFB9913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26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604E3-02E1-6EC6-A0FB-3848E5FDA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CA0EC-72F7-608D-5311-41D38499B0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06290-997C-27C9-E181-C1373CA99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64167-877F-4F9A-8A50-B2571DDE6EC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3BAB7-7086-E7A0-525D-F40A54CBD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9B5C5E-AA19-A53C-0AA3-5A8F66F96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627B1-F64E-4000-9879-67CBFB9913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319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E7B5E-51D4-3926-5BE3-0635706D9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039AA-89D8-676A-8BF9-5FC5BB0747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AEF085-6452-E863-E085-C974F05522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B1F605-AEE1-94A9-918C-196AE8056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64167-877F-4F9A-8A50-B2571DDE6EC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91CE5-B76C-BEE5-129D-3EA348166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97F225-65D0-9BA4-6D28-86CB89E55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627B1-F64E-4000-9879-67CBFB9913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1813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E0CCD-7C04-5FA7-DC6E-2C1BADBDF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38B850-F4D2-7582-A297-B66D55E4EF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6ED343-F812-2DF1-A67F-425CB7E8EA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5FFC3D-CB2B-1C05-D40B-89C4D0F993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16780D-68A2-5893-43A3-3AD72790A0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EE39C9-A06A-1CF6-EC59-40D2E926C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64167-877F-4F9A-8A50-B2571DDE6EC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E4AB2C-F8CF-B3D8-291E-9FCFCD836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8AF9C5-7C6D-68F1-68FF-DBBEC21B8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627B1-F64E-4000-9879-67CBFB9913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4487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F4B0-3662-3569-6DFC-E71959ACA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8E92A0-C03F-1E27-F1C5-E39C6677F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64167-877F-4F9A-8A50-B2571DDE6EC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CBF980-316A-A0D8-E1BC-16C997480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4E184B-E691-0C1B-FD09-498A74C4B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627B1-F64E-4000-9879-67CBFB9913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549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C06B4A-471D-3773-CB3D-CB972C819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64167-877F-4F9A-8A50-B2571DDE6EC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B2FE86-6250-7045-0C60-6F919931A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1C4F61-D1D5-FB1F-EA61-E34270398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627B1-F64E-4000-9879-67CBFB9913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137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1491F-BAE1-345B-4C30-E929F2D06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4ABE7-8ED8-9F08-F0DC-F2B84FE9F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CDABF3-062D-4C0F-0FBE-B5137AA98E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2A7590-F405-0FB5-50DE-427E0B38B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64167-877F-4F9A-8A50-B2571DDE6EC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2A7B85-0EE2-4EB7-0929-369E76BB6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7E73C-CC41-3AD7-4EAE-47BF60D1B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627B1-F64E-4000-9879-67CBFB9913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4276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A976B-49D6-EE65-EB6D-82751EFD9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A28997-D0D2-6248-1342-143B71E846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2DCB6-0734-8F03-DFA0-03E1AF9811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DF51CA-979D-6C25-2350-E2925BD11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64167-877F-4F9A-8A50-B2571DDE6EC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D195CA-683A-4145-03B1-365A9A68C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0E88C-0246-9139-611C-44CE0C1DA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627B1-F64E-4000-9879-67CBFB9913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503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84E2B-84C0-77D3-F719-4C16B87AB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924F98-9D01-04BD-5466-E24E969F47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DA98F-875A-77B7-D938-E2EBD39C5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64167-877F-4F9A-8A50-B2571DDE6EC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81DAF-EECD-B4B1-EE6F-F55B56581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BE9B57-A47D-DE73-83D1-E1E59CCAF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627B1-F64E-4000-9879-67CBFB9913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469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7D6D72-C463-A387-7B77-D656C5BAB5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6DDCFA-AE7C-7416-D576-CBF2176961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11A5B-D804-C0DC-046D-E81D7A106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64167-877F-4F9A-8A50-B2571DDE6EC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BCD55-7CC0-05DA-3C12-6809E9ED5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BFDA6-F533-E176-628C-6DBD534F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627B1-F64E-4000-9879-67CBFB9913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127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67EF42-A7A8-AC62-9067-76C13EA1E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6607E5-982B-FDD4-4A80-2B65A0290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FD2A1-B244-7E34-B4C6-9F61ABC545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764167-877F-4F9A-8A50-B2571DDE6EC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547C6-AF79-89C2-96DE-AA9C35677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528BA-315D-F70C-D40E-538B358D19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9627B1-F64E-4000-9879-67CBFB9913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877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3E547B5-89CF-4EC0-96DE-25771AED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F0B8CEB-8279-4E5E-A0CE-1FC9F7173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782" y="0"/>
            <a:ext cx="7421217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ACD050-6E03-AA5C-FA67-6F51B0118B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0466" y="609600"/>
            <a:ext cx="4140014" cy="133083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</a:t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Byte Builders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CF7199-9AE9-9DF7-2B27-E4CE93A615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632"/>
          <a:stretch>
            <a:fillRect/>
          </a:stretch>
        </p:blipFill>
        <p:spPr>
          <a:xfrm>
            <a:off x="20" y="10"/>
            <a:ext cx="6901711" cy="6857990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95AB77AD-200E-81BA-75C4-7B3607660B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20465" y="2194102"/>
            <a:ext cx="4140013" cy="3908586"/>
          </a:xfrm>
        </p:spPr>
        <p:txBody>
          <a:bodyPr vert="horz" lIns="91440" tIns="45720" rIns="91440" bIns="45720" rtlCol="0">
            <a:normAutofit fontScale="55000" lnSpcReduction="20000"/>
          </a:bodyPr>
          <a:lstStyle/>
          <a:p>
            <a:pPr algn="l">
              <a:lnSpc>
                <a:spcPct val="17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</a:t>
            </a:r>
            <a:r>
              <a:rPr lang="en-US" sz="4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                                                                             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Rakshith B                                                                    Jyothi                                                                                      Ruchitha K M                                                                                Sushmitha                                                                                    Abhishek V M</a:t>
            </a:r>
          </a:p>
          <a:p>
            <a:pPr algn="l">
              <a:lnSpc>
                <a:spcPct val="17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Divyashree</a:t>
            </a:r>
          </a:p>
        </p:txBody>
      </p:sp>
    </p:spTree>
    <p:extLst>
      <p:ext uri="{BB962C8B-B14F-4D97-AF65-F5344CB8AC3E}">
        <p14:creationId xmlns:p14="http://schemas.microsoft.com/office/powerpoint/2010/main" val="2376608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97531-554D-D70D-99F4-7FFC050B9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2621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Matplotlib &amp; Line Plots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E7F19-F397-5C74-F49A-6ADC4C6A5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8571"/>
            <a:ext cx="10515600" cy="562791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US" sz="3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popular Python library for data visualization</a:t>
            </a:r>
          </a:p>
          <a:p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create static graphs and charts</a:t>
            </a:r>
          </a:p>
          <a:p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used in data science and reporting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Plot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data points connected by straight lines</a:t>
            </a:r>
          </a:p>
          <a:p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display trends over time or continuous data</a:t>
            </a:r>
          </a:p>
          <a:p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easily understand growth, decline, or patterns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Uses of Line Plot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market analysis</a:t>
            </a:r>
          </a:p>
          <a:p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tracking</a:t>
            </a:r>
          </a:p>
          <a:p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Time-series 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329733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787928-96E9-1676-443D-DCD656CDC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9200"/>
            <a:ext cx="10515600" cy="689065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import </a:t>
            </a:r>
            <a:r>
              <a:rPr lang="en-IN" sz="2000" dirty="0" err="1"/>
              <a:t>matplotlib.pyplot</a:t>
            </a:r>
            <a:r>
              <a:rPr lang="en-IN" sz="2000" dirty="0"/>
              <a:t> as </a:t>
            </a:r>
            <a:r>
              <a:rPr lang="en-IN" sz="2000" dirty="0" err="1"/>
              <a:t>plt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# Sample data</a:t>
            </a:r>
          </a:p>
          <a:p>
            <a:pPr marL="0" indent="0">
              <a:buNone/>
            </a:pPr>
            <a:r>
              <a:rPr lang="en-IN" sz="2000" dirty="0"/>
              <a:t>days = [1, 2, 3, 4, 5]</a:t>
            </a:r>
          </a:p>
          <a:p>
            <a:pPr marL="0" indent="0">
              <a:buNone/>
            </a:pPr>
            <a:r>
              <a:rPr lang="en-IN" sz="2000" dirty="0"/>
              <a:t>temperature = [30, 32, 31, 35, 36]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# Create line plot</a:t>
            </a:r>
          </a:p>
          <a:p>
            <a:pPr marL="0" indent="0">
              <a:buNone/>
            </a:pPr>
            <a:r>
              <a:rPr lang="en-IN" sz="2000" dirty="0" err="1"/>
              <a:t>plt.plot</a:t>
            </a:r>
            <a:r>
              <a:rPr lang="en-IN" sz="2000" dirty="0"/>
              <a:t>(days, temperature)</a:t>
            </a:r>
          </a:p>
          <a:p>
            <a:pPr marL="0" indent="0">
              <a:buNone/>
            </a:pPr>
            <a:r>
              <a:rPr lang="en-IN" sz="2000" dirty="0" err="1"/>
              <a:t>plt.xlabel</a:t>
            </a:r>
            <a:r>
              <a:rPr lang="en-IN" sz="2000" dirty="0"/>
              <a:t>("Days")</a:t>
            </a:r>
          </a:p>
          <a:p>
            <a:pPr marL="0" indent="0">
              <a:buNone/>
            </a:pPr>
            <a:r>
              <a:rPr lang="en-IN" sz="2000" dirty="0" err="1"/>
              <a:t>plt.ylabel</a:t>
            </a:r>
            <a:r>
              <a:rPr lang="en-IN" sz="2000" dirty="0"/>
              <a:t>("Temperature (°C)")</a:t>
            </a:r>
          </a:p>
          <a:p>
            <a:pPr marL="0" indent="0">
              <a:buNone/>
            </a:pPr>
            <a:r>
              <a:rPr lang="en-IN" sz="2000" dirty="0" err="1"/>
              <a:t>plt.title</a:t>
            </a:r>
            <a:r>
              <a:rPr lang="en-IN" sz="2000" dirty="0"/>
              <a:t>("Daily Temperature Trend")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# Show plot</a:t>
            </a:r>
          </a:p>
          <a:p>
            <a:pPr marL="0" indent="0">
              <a:buNone/>
            </a:pPr>
            <a:r>
              <a:rPr lang="en-IN" sz="2000" dirty="0" err="1"/>
              <a:t>plt.show</a:t>
            </a:r>
            <a:r>
              <a:rPr lang="en-IN" sz="2000" dirty="0"/>
              <a:t>()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C4CD368-49CC-EA05-245E-74E6BA0F0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665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AADEA2A-A0A3-586E-0E1D-F2610B3B41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9352" y="1517197"/>
            <a:ext cx="5038725" cy="383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829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C6087-8AF0-D9F1-2E4E-D74CB2428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 Plots for Relationship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FFD73-136D-E4A5-9684-0FBDEB0AF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72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 Plot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individual data points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 are not connected by lines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Use It?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relationship between two numerical variables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patterns, correlations, or clusters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Uses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feature analysis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studies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relationship visualization</a:t>
            </a:r>
          </a:p>
        </p:txBody>
      </p:sp>
    </p:spTree>
    <p:extLst>
      <p:ext uri="{BB962C8B-B14F-4D97-AF65-F5344CB8AC3E}">
        <p14:creationId xmlns:p14="http://schemas.microsoft.com/office/powerpoint/2010/main" val="3725186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92769-7F64-ED7B-B7CF-D265DF4A6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cs typeface="Times New Roman" panose="02020603050405020304" pitchFamily="18" charset="0"/>
              </a:rPr>
              <a:t>import </a:t>
            </a:r>
            <a:r>
              <a:rPr lang="en-IN" sz="2400" dirty="0" err="1">
                <a:cs typeface="Times New Roman" panose="02020603050405020304" pitchFamily="18" charset="0"/>
              </a:rPr>
              <a:t>matplotlib.pyplot</a:t>
            </a:r>
            <a:r>
              <a:rPr lang="en-IN" sz="2400" dirty="0">
                <a:cs typeface="Times New Roman" panose="02020603050405020304" pitchFamily="18" charset="0"/>
              </a:rPr>
              <a:t> as </a:t>
            </a:r>
            <a:r>
              <a:rPr lang="en-IN" sz="2400" dirty="0" err="1">
                <a:cs typeface="Times New Roman" panose="02020603050405020304" pitchFamily="18" charset="0"/>
              </a:rPr>
              <a:t>plt</a:t>
            </a:r>
            <a:br>
              <a:rPr lang="en-IN" sz="2000" dirty="0">
                <a:cs typeface="Times New Roman" panose="02020603050405020304" pitchFamily="18" charset="0"/>
              </a:rPr>
            </a:br>
            <a:br>
              <a:rPr lang="en-IN" sz="2000" dirty="0">
                <a:cs typeface="Times New Roman" panose="02020603050405020304" pitchFamily="18" charset="0"/>
              </a:rPr>
            </a:br>
            <a:r>
              <a:rPr lang="en-IN" sz="2400" dirty="0">
                <a:cs typeface="Times New Roman" panose="02020603050405020304" pitchFamily="18" charset="0"/>
              </a:rPr>
              <a:t>x = [1, 2, 3, 4, 5]</a:t>
            </a:r>
            <a:br>
              <a:rPr lang="en-IN" sz="2000" dirty="0">
                <a:cs typeface="Times New Roman" panose="02020603050405020304" pitchFamily="18" charset="0"/>
              </a:rPr>
            </a:br>
            <a:r>
              <a:rPr lang="en-IN" sz="2400" dirty="0">
                <a:cs typeface="Times New Roman" panose="02020603050405020304" pitchFamily="18" charset="0"/>
              </a:rPr>
              <a:t>y = [5, 4, 3, 2, 1]</a:t>
            </a:r>
            <a:br>
              <a:rPr lang="en-IN" sz="2000" dirty="0">
                <a:cs typeface="Times New Roman" panose="02020603050405020304" pitchFamily="18" charset="0"/>
              </a:rPr>
            </a:br>
            <a:br>
              <a:rPr lang="en-IN" sz="2000" dirty="0">
                <a:cs typeface="Times New Roman" panose="02020603050405020304" pitchFamily="18" charset="0"/>
              </a:rPr>
            </a:br>
            <a:r>
              <a:rPr lang="en-IN" sz="2400" dirty="0" err="1">
                <a:cs typeface="Times New Roman" panose="02020603050405020304" pitchFamily="18" charset="0"/>
              </a:rPr>
              <a:t>plt.scatter</a:t>
            </a:r>
            <a:r>
              <a:rPr lang="en-IN" sz="2400" dirty="0">
                <a:cs typeface="Times New Roman" panose="02020603050405020304" pitchFamily="18" charset="0"/>
              </a:rPr>
              <a:t>(x, y)</a:t>
            </a:r>
            <a:br>
              <a:rPr lang="en-IN" sz="2000" dirty="0">
                <a:cs typeface="Times New Roman" panose="02020603050405020304" pitchFamily="18" charset="0"/>
              </a:rPr>
            </a:br>
            <a:r>
              <a:rPr lang="en-IN" sz="2400" dirty="0" err="1">
                <a:cs typeface="Times New Roman" panose="02020603050405020304" pitchFamily="18" charset="0"/>
              </a:rPr>
              <a:t>plt.show</a:t>
            </a:r>
            <a:r>
              <a:rPr lang="en-IN" sz="2400" dirty="0">
                <a:cs typeface="Times New Roman" panose="02020603050405020304" pitchFamily="18" charset="0"/>
              </a:rPr>
              <a:t>()</a:t>
            </a:r>
            <a:endParaRPr lang="en-IN" sz="2000" dirty="0"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F9F27A-C61A-3AC1-A7CA-909830E0BB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1714" y="1985952"/>
            <a:ext cx="5254832" cy="39592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F92B1B2-9E95-1433-0E84-8CC10A7A19BC}"/>
              </a:ext>
            </a:extLst>
          </p:cNvPr>
          <p:cNvSpPr txBox="1"/>
          <p:nvPr/>
        </p:nvSpPr>
        <p:spPr>
          <a:xfrm>
            <a:off x="838200" y="827314"/>
            <a:ext cx="44304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3637684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6ED90-99E9-636E-38CE-9B55502C4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Charts for Categorical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E51DA-BE3B-7C37-C6AE-5D2C3004F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rectangular bars to represent data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Height of each bar shows the value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Use It?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quantities across categories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understand differences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Uses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per product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per department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results comparison</a:t>
            </a:r>
          </a:p>
        </p:txBody>
      </p:sp>
    </p:spTree>
    <p:extLst>
      <p:ext uri="{BB962C8B-B14F-4D97-AF65-F5344CB8AC3E}">
        <p14:creationId xmlns:p14="http://schemas.microsoft.com/office/powerpoint/2010/main" val="2237924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3D21D-8899-735C-D040-878B31146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7" y="0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2D848-1643-EC44-CE02-633AA574C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85" y="1253331"/>
            <a:ext cx="1051560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>
                <a:cs typeface="Times New Roman" panose="02020603050405020304" pitchFamily="18" charset="0"/>
              </a:rPr>
              <a:t>import </a:t>
            </a:r>
            <a:r>
              <a:rPr lang="en-IN" sz="2400" dirty="0" err="1">
                <a:cs typeface="Times New Roman" panose="02020603050405020304" pitchFamily="18" charset="0"/>
              </a:rPr>
              <a:t>matplotlib.pyplot</a:t>
            </a:r>
            <a:r>
              <a:rPr lang="en-IN" sz="2400" dirty="0">
                <a:cs typeface="Times New Roman" panose="02020603050405020304" pitchFamily="18" charset="0"/>
              </a:rPr>
              <a:t> as </a:t>
            </a:r>
            <a:r>
              <a:rPr lang="en-IN" sz="2400" dirty="0" err="1">
                <a:cs typeface="Times New Roman" panose="02020603050405020304" pitchFamily="18" charset="0"/>
              </a:rPr>
              <a:t>plt</a:t>
            </a:r>
            <a:br>
              <a:rPr lang="en-IN" sz="2400" dirty="0">
                <a:cs typeface="Times New Roman" panose="02020603050405020304" pitchFamily="18" charset="0"/>
              </a:rPr>
            </a:br>
            <a:br>
              <a:rPr lang="en-IN" sz="2400" dirty="0">
                <a:cs typeface="Times New Roman" panose="02020603050405020304" pitchFamily="18" charset="0"/>
              </a:rPr>
            </a:br>
            <a:r>
              <a:rPr lang="en-IN" sz="2400" dirty="0">
                <a:cs typeface="Times New Roman" panose="02020603050405020304" pitchFamily="18" charset="0"/>
              </a:rPr>
              <a:t>categories = ['A', 'B', 'C']</a:t>
            </a:r>
            <a:br>
              <a:rPr lang="en-IN" sz="2400" dirty="0">
                <a:cs typeface="Times New Roman" panose="02020603050405020304" pitchFamily="18" charset="0"/>
              </a:rPr>
            </a:br>
            <a:r>
              <a:rPr lang="en-IN" sz="2400" dirty="0">
                <a:cs typeface="Times New Roman" panose="02020603050405020304" pitchFamily="18" charset="0"/>
              </a:rPr>
              <a:t>values = [11, 20, 15]</a:t>
            </a:r>
            <a:br>
              <a:rPr lang="en-IN" sz="2400" dirty="0">
                <a:cs typeface="Times New Roman" panose="02020603050405020304" pitchFamily="18" charset="0"/>
              </a:rPr>
            </a:br>
            <a:br>
              <a:rPr lang="en-IN" sz="2400" dirty="0">
                <a:cs typeface="Times New Roman" panose="02020603050405020304" pitchFamily="18" charset="0"/>
              </a:rPr>
            </a:br>
            <a:r>
              <a:rPr lang="en-IN" sz="2400" dirty="0" err="1">
                <a:cs typeface="Times New Roman" panose="02020603050405020304" pitchFamily="18" charset="0"/>
              </a:rPr>
              <a:t>plt.bar</a:t>
            </a:r>
            <a:r>
              <a:rPr lang="en-IN" sz="2400" dirty="0">
                <a:cs typeface="Times New Roman" panose="02020603050405020304" pitchFamily="18" charset="0"/>
              </a:rPr>
              <a:t>(categories, values)</a:t>
            </a:r>
            <a:br>
              <a:rPr lang="en-IN" sz="2400" dirty="0">
                <a:cs typeface="Times New Roman" panose="02020603050405020304" pitchFamily="18" charset="0"/>
              </a:rPr>
            </a:br>
            <a:r>
              <a:rPr lang="en-IN" sz="2400" dirty="0" err="1">
                <a:cs typeface="Times New Roman" panose="02020603050405020304" pitchFamily="18" charset="0"/>
              </a:rPr>
              <a:t>plt.show</a:t>
            </a:r>
            <a:r>
              <a:rPr lang="en-IN" sz="2400" dirty="0">
                <a:cs typeface="Times New Roman" panose="02020603050405020304" pitchFamily="18" charset="0"/>
              </a:rPr>
              <a:t>()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D5F9CF-1EE4-5EDF-2553-E59C2C36E0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5515" y="1253331"/>
            <a:ext cx="6193732" cy="461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24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8E0AD-4B7B-75B8-7C1A-63D8D6341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6208"/>
            <a:ext cx="10515600" cy="505507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Customizing Plots &amp; Subplots 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DD072-7805-3398-737A-BEE5DF967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458" y="1488961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Customization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titles and axis labels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legends and grids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clarity and readability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Subplots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multiple plots in one figure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compare data easily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Important?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graphs informative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presentation-ready visualizations</a:t>
            </a:r>
          </a:p>
        </p:txBody>
      </p:sp>
    </p:spTree>
    <p:extLst>
      <p:ext uri="{BB962C8B-B14F-4D97-AF65-F5344CB8AC3E}">
        <p14:creationId xmlns:p14="http://schemas.microsoft.com/office/powerpoint/2010/main" val="644372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E3032-B5EB-9C35-F40C-718116D4B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AF857-FB73-B363-0B16-A0351DC09C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dirty="0">
                <a:cs typeface="Times New Roman" panose="02020603050405020304" pitchFamily="18" charset="0"/>
              </a:rPr>
              <a:t>import </a:t>
            </a:r>
            <a:r>
              <a:rPr lang="en-IN" dirty="0" err="1">
                <a:cs typeface="Times New Roman" panose="02020603050405020304" pitchFamily="18" charset="0"/>
              </a:rPr>
              <a:t>matplotlib.pyplot</a:t>
            </a:r>
            <a:r>
              <a:rPr lang="en-IN" dirty="0">
                <a:cs typeface="Times New Roman" panose="02020603050405020304" pitchFamily="18" charset="0"/>
              </a:rPr>
              <a:t> as </a:t>
            </a:r>
            <a:r>
              <a:rPr lang="en-IN" dirty="0" err="1">
                <a:cs typeface="Times New Roman" panose="02020603050405020304" pitchFamily="18" charset="0"/>
              </a:rPr>
              <a:t>plt</a:t>
            </a:r>
            <a:br>
              <a:rPr lang="en-IN" dirty="0">
                <a:cs typeface="Times New Roman" panose="02020603050405020304" pitchFamily="18" charset="0"/>
              </a:rPr>
            </a:br>
            <a:r>
              <a:rPr lang="en-IN" dirty="0" err="1">
                <a:cs typeface="Times New Roman" panose="02020603050405020304" pitchFamily="18" charset="0"/>
              </a:rPr>
              <a:t>plt.subplot</a:t>
            </a:r>
            <a:r>
              <a:rPr lang="en-IN" dirty="0">
                <a:cs typeface="Times New Roman" panose="02020603050405020304" pitchFamily="18" charset="0"/>
              </a:rPr>
              <a:t>(1, 2, 1)</a:t>
            </a:r>
            <a:br>
              <a:rPr lang="en-IN" dirty="0">
                <a:cs typeface="Times New Roman" panose="02020603050405020304" pitchFamily="18" charset="0"/>
              </a:rPr>
            </a:br>
            <a:r>
              <a:rPr lang="en-IN" dirty="0" err="1">
                <a:cs typeface="Times New Roman" panose="02020603050405020304" pitchFamily="18" charset="0"/>
              </a:rPr>
              <a:t>plt.plot</a:t>
            </a:r>
            <a:r>
              <a:rPr lang="en-IN" dirty="0">
                <a:cs typeface="Times New Roman" panose="02020603050405020304" pitchFamily="18" charset="0"/>
              </a:rPr>
              <a:t>([1,2,3], [1,4,9])</a:t>
            </a:r>
            <a:br>
              <a:rPr lang="en-IN" dirty="0">
                <a:cs typeface="Times New Roman" panose="02020603050405020304" pitchFamily="18" charset="0"/>
              </a:rPr>
            </a:br>
            <a:r>
              <a:rPr lang="en-IN" dirty="0" err="1">
                <a:cs typeface="Times New Roman" panose="02020603050405020304" pitchFamily="18" charset="0"/>
              </a:rPr>
              <a:t>plt.title</a:t>
            </a:r>
            <a:r>
              <a:rPr lang="en-IN" dirty="0">
                <a:cs typeface="Times New Roman" panose="02020603050405020304" pitchFamily="18" charset="0"/>
              </a:rPr>
              <a:t>("Line Plot")</a:t>
            </a:r>
            <a:br>
              <a:rPr lang="en-IN" dirty="0">
                <a:cs typeface="Times New Roman" panose="02020603050405020304" pitchFamily="18" charset="0"/>
              </a:rPr>
            </a:br>
            <a:r>
              <a:rPr lang="en-IN" dirty="0" err="1">
                <a:cs typeface="Times New Roman" panose="02020603050405020304" pitchFamily="18" charset="0"/>
              </a:rPr>
              <a:t>plt.subplot</a:t>
            </a:r>
            <a:r>
              <a:rPr lang="en-IN" dirty="0">
                <a:cs typeface="Times New Roman" panose="02020603050405020304" pitchFamily="18" charset="0"/>
              </a:rPr>
              <a:t>(1, 2, 2)</a:t>
            </a:r>
            <a:br>
              <a:rPr lang="en-IN" dirty="0">
                <a:cs typeface="Times New Roman" panose="02020603050405020304" pitchFamily="18" charset="0"/>
              </a:rPr>
            </a:br>
            <a:r>
              <a:rPr lang="en-IN" dirty="0" err="1">
                <a:cs typeface="Times New Roman" panose="02020603050405020304" pitchFamily="18" charset="0"/>
              </a:rPr>
              <a:t>plt.bar</a:t>
            </a:r>
            <a:r>
              <a:rPr lang="en-IN" dirty="0">
                <a:cs typeface="Times New Roman" panose="02020603050405020304" pitchFamily="18" charset="0"/>
              </a:rPr>
              <a:t>(['A','B','C'], [3,7,5])</a:t>
            </a:r>
            <a:br>
              <a:rPr lang="en-IN" dirty="0">
                <a:cs typeface="Times New Roman" panose="02020603050405020304" pitchFamily="18" charset="0"/>
              </a:rPr>
            </a:br>
            <a:r>
              <a:rPr lang="en-IN" dirty="0" err="1">
                <a:cs typeface="Times New Roman" panose="02020603050405020304" pitchFamily="18" charset="0"/>
              </a:rPr>
              <a:t>plt.title</a:t>
            </a:r>
            <a:r>
              <a:rPr lang="en-IN" dirty="0">
                <a:cs typeface="Times New Roman" panose="02020603050405020304" pitchFamily="18" charset="0"/>
              </a:rPr>
              <a:t>("Bar Chart")</a:t>
            </a:r>
            <a:br>
              <a:rPr lang="en-IN" dirty="0">
                <a:cs typeface="Times New Roman" panose="02020603050405020304" pitchFamily="18" charset="0"/>
              </a:rPr>
            </a:br>
            <a:r>
              <a:rPr lang="en-IN" dirty="0" err="1">
                <a:cs typeface="Times New Roman" panose="02020603050405020304" pitchFamily="18" charset="0"/>
              </a:rPr>
              <a:t>plt.show</a:t>
            </a:r>
            <a:r>
              <a:rPr lang="en-IN" dirty="0">
                <a:cs typeface="Times New Roman" panose="02020603050405020304" pitchFamily="18" charset="0"/>
              </a:rPr>
              <a:t>()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735D77-081C-58C4-7C42-3CC7922A9C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4971" y="1027906"/>
            <a:ext cx="6125430" cy="493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927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A09581-D3EA-AD8C-3B91-254D12E874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57" y="0"/>
            <a:ext cx="8545285" cy="667838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31811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465</Words>
  <Application>Microsoft Office PowerPoint</Application>
  <PresentationFormat>Widescreen</PresentationFormat>
  <Paragraphs>82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Office Theme</vt:lpstr>
      <vt:lpstr>Team  Byte Builders</vt:lpstr>
      <vt:lpstr>Introduction to Matplotlib &amp; Line Plots </vt:lpstr>
      <vt:lpstr>Examples</vt:lpstr>
      <vt:lpstr>Scatter Plots for Relationship Analysis</vt:lpstr>
      <vt:lpstr>PowerPoint Presentation</vt:lpstr>
      <vt:lpstr>Bar Charts for Categorical Data</vt:lpstr>
      <vt:lpstr>Example</vt:lpstr>
      <vt:lpstr>Customizing Plots &amp; Subplots   </vt:lpstr>
      <vt:lpstr>Example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Ruchitha KM</dc:creator>
  <cp:lastModifiedBy>Ruchitha KM</cp:lastModifiedBy>
  <cp:revision>24</cp:revision>
  <dcterms:created xsi:type="dcterms:W3CDTF">2026-02-05T09:08:12Z</dcterms:created>
  <dcterms:modified xsi:type="dcterms:W3CDTF">2026-02-12T09:44:53Z</dcterms:modified>
</cp:coreProperties>
</file>